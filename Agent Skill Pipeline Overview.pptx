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2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100" d="100"/>
          <a:sy n="10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24231B-7919-46CE-B60D-FBAE14C86783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B9608CA-E0DC-4325-89E7-68836CF2337F}">
      <dgm:prSet/>
      <dgm:spPr/>
      <dgm:t>
        <a:bodyPr/>
        <a:lstStyle/>
        <a:p>
          <a:r>
            <a:rPr lang="en-US"/>
            <a:t>Target: Elderly, living alone, no family support</a:t>
          </a:r>
        </a:p>
      </dgm:t>
    </dgm:pt>
    <dgm:pt modelId="{010EF628-3B8B-4CDC-B946-BACBF6FD635D}" type="parTrans" cxnId="{FA6A3EBA-0FFE-423E-A6A0-9D22164C24FB}">
      <dgm:prSet/>
      <dgm:spPr/>
      <dgm:t>
        <a:bodyPr/>
        <a:lstStyle/>
        <a:p>
          <a:endParaRPr lang="en-US"/>
        </a:p>
      </dgm:t>
    </dgm:pt>
    <dgm:pt modelId="{17BCD3F6-0447-4B35-91B1-93CFDAD30BAB}" type="sibTrans" cxnId="{FA6A3EBA-0FFE-423E-A6A0-9D22164C24FB}">
      <dgm:prSet/>
      <dgm:spPr/>
      <dgm:t>
        <a:bodyPr/>
        <a:lstStyle/>
        <a:p>
          <a:endParaRPr lang="en-US"/>
        </a:p>
      </dgm:t>
    </dgm:pt>
    <dgm:pt modelId="{CCDAEE9C-533B-45CD-8BD8-1060DD25D8BF}">
      <dgm:prSet/>
      <dgm:spPr/>
      <dgm:t>
        <a:bodyPr/>
        <a:lstStyle/>
        <a:p>
          <a:r>
            <a:rPr lang="en-US"/>
            <a:t>Devices: Smartwatch (GPS, vitals, fall detection)</a:t>
          </a:r>
        </a:p>
      </dgm:t>
    </dgm:pt>
    <dgm:pt modelId="{BC9EDDD6-0F02-4EC4-B7D9-B88A7C5DB2BB}" type="parTrans" cxnId="{2482AA78-8F69-401D-BEFE-AA13A3A7391E}">
      <dgm:prSet/>
      <dgm:spPr/>
      <dgm:t>
        <a:bodyPr/>
        <a:lstStyle/>
        <a:p>
          <a:endParaRPr lang="en-US"/>
        </a:p>
      </dgm:t>
    </dgm:pt>
    <dgm:pt modelId="{B6F09064-328B-46F9-A81F-632709695001}" type="sibTrans" cxnId="{2482AA78-8F69-401D-BEFE-AA13A3A7391E}">
      <dgm:prSet/>
      <dgm:spPr/>
      <dgm:t>
        <a:bodyPr/>
        <a:lstStyle/>
        <a:p>
          <a:endParaRPr lang="en-US"/>
        </a:p>
      </dgm:t>
    </dgm:pt>
    <dgm:pt modelId="{C8F89689-2B3D-4572-9789-9F74A1B93663}">
      <dgm:prSet/>
      <dgm:spPr/>
      <dgm:t>
        <a:bodyPr/>
        <a:lstStyle/>
        <a:p>
          <a:r>
            <a:rPr lang="en-US"/>
            <a:t>Check-in: Every 3 days (voice)</a:t>
          </a:r>
        </a:p>
      </dgm:t>
    </dgm:pt>
    <dgm:pt modelId="{4C1F9D30-CB55-4E74-8B5B-335D240C8019}" type="parTrans" cxnId="{DED827AC-F564-4AFF-A75C-75878DF37325}">
      <dgm:prSet/>
      <dgm:spPr/>
      <dgm:t>
        <a:bodyPr/>
        <a:lstStyle/>
        <a:p>
          <a:endParaRPr lang="en-US"/>
        </a:p>
      </dgm:t>
    </dgm:pt>
    <dgm:pt modelId="{1D23A857-E022-4139-9BEA-BDCB4C13F213}" type="sibTrans" cxnId="{DED827AC-F564-4AFF-A75C-75878DF37325}">
      <dgm:prSet/>
      <dgm:spPr/>
      <dgm:t>
        <a:bodyPr/>
        <a:lstStyle/>
        <a:p>
          <a:endParaRPr lang="en-US"/>
        </a:p>
      </dgm:t>
    </dgm:pt>
    <dgm:pt modelId="{7434510E-2952-46F1-85E6-ABB3E9AC03DE}">
      <dgm:prSet/>
      <dgm:spPr/>
      <dgm:t>
        <a:bodyPr/>
        <a:lstStyle/>
        <a:p>
          <a:r>
            <a:rPr lang="en-US"/>
            <a:t>Goal — Act as the primary safety net. Use telemetry + conversation + memory to:</a:t>
          </a:r>
        </a:p>
      </dgm:t>
    </dgm:pt>
    <dgm:pt modelId="{BFEFF78D-D549-47AB-95B5-C2CE3D7325BD}" type="parTrans" cxnId="{4B377A79-4A29-4B8F-9B0E-60B66197DA04}">
      <dgm:prSet/>
      <dgm:spPr/>
      <dgm:t>
        <a:bodyPr/>
        <a:lstStyle/>
        <a:p>
          <a:endParaRPr lang="en-US"/>
        </a:p>
      </dgm:t>
    </dgm:pt>
    <dgm:pt modelId="{CB45C238-A6FF-4FC2-AA03-5535BB9AC209}" type="sibTrans" cxnId="{4B377A79-4A29-4B8F-9B0E-60B66197DA04}">
      <dgm:prSet/>
      <dgm:spPr/>
      <dgm:t>
        <a:bodyPr/>
        <a:lstStyle/>
        <a:p>
          <a:endParaRPr lang="en-US"/>
        </a:p>
      </dgm:t>
    </dgm:pt>
    <dgm:pt modelId="{2CA68FE1-ADEC-4188-B74F-3B3DF5F806E6}">
      <dgm:prSet/>
      <dgm:spPr/>
      <dgm:t>
        <a:bodyPr/>
        <a:lstStyle/>
        <a:p>
          <a:r>
            <a:rPr lang="en-US"/>
            <a:t>Detect risk (falls, very high BP, isolation, sedentary, low mood)</a:t>
          </a:r>
        </a:p>
      </dgm:t>
    </dgm:pt>
    <dgm:pt modelId="{F0862113-D2BB-4D2B-958B-7EDF9E1EB505}" type="parTrans" cxnId="{A24009FF-06EF-44EF-8A68-089F9E161BBC}">
      <dgm:prSet/>
      <dgm:spPr/>
      <dgm:t>
        <a:bodyPr/>
        <a:lstStyle/>
        <a:p>
          <a:endParaRPr lang="en-US"/>
        </a:p>
      </dgm:t>
    </dgm:pt>
    <dgm:pt modelId="{E7B2B612-1470-4023-9B9F-E9C3FC9BBF98}" type="sibTrans" cxnId="{A24009FF-06EF-44EF-8A68-089F9E161BBC}">
      <dgm:prSet/>
      <dgm:spPr/>
      <dgm:t>
        <a:bodyPr/>
        <a:lstStyle/>
        <a:p>
          <a:endParaRPr lang="en-US"/>
        </a:p>
      </dgm:t>
    </dgm:pt>
    <dgm:pt modelId="{0212CAC7-48F6-4BCB-BE26-B6F4F0A9C8B0}">
      <dgm:prSet/>
      <dgm:spPr/>
      <dgm:t>
        <a:bodyPr/>
        <a:lstStyle/>
        <a:p>
          <a:r>
            <a:rPr lang="en-US"/>
            <a:t>Trigger emergency workflows when needed</a:t>
          </a:r>
        </a:p>
      </dgm:t>
    </dgm:pt>
    <dgm:pt modelId="{09A0978F-1F38-4778-9AFC-6C88966C9D0E}" type="parTrans" cxnId="{D30B2243-E247-45E8-BD71-CC68B7804EB9}">
      <dgm:prSet/>
      <dgm:spPr/>
      <dgm:t>
        <a:bodyPr/>
        <a:lstStyle/>
        <a:p>
          <a:endParaRPr lang="en-US"/>
        </a:p>
      </dgm:t>
    </dgm:pt>
    <dgm:pt modelId="{28242B52-F8D8-42FC-A2E6-D19A80350986}" type="sibTrans" cxnId="{D30B2243-E247-45E8-BD71-CC68B7804EB9}">
      <dgm:prSet/>
      <dgm:spPr/>
      <dgm:t>
        <a:bodyPr/>
        <a:lstStyle/>
        <a:p>
          <a:endParaRPr lang="en-US"/>
        </a:p>
      </dgm:t>
    </dgm:pt>
    <dgm:pt modelId="{A0D93951-4565-4194-8387-18E03E63F086}">
      <dgm:prSet/>
      <dgm:spPr/>
      <dgm:t>
        <a:bodyPr/>
        <a:lstStyle/>
        <a:p>
          <a:r>
            <a:rPr lang="en-US"/>
            <a:t>Guide daily adherence: mobility, mental health, nutrition</a:t>
          </a:r>
        </a:p>
      </dgm:t>
    </dgm:pt>
    <dgm:pt modelId="{3FE03052-15C5-4937-BCC6-FF4022A54D22}" type="parTrans" cxnId="{CC659CB6-B81B-4D1C-92E9-3651AF34B5A3}">
      <dgm:prSet/>
      <dgm:spPr/>
      <dgm:t>
        <a:bodyPr/>
        <a:lstStyle/>
        <a:p>
          <a:endParaRPr lang="en-US"/>
        </a:p>
      </dgm:t>
    </dgm:pt>
    <dgm:pt modelId="{46B57056-C80C-4F22-8AE0-2D1E458D4D40}" type="sibTrans" cxnId="{CC659CB6-B81B-4D1C-92E9-3651AF34B5A3}">
      <dgm:prSet/>
      <dgm:spPr/>
      <dgm:t>
        <a:bodyPr/>
        <a:lstStyle/>
        <a:p>
          <a:endParaRPr lang="en-US"/>
        </a:p>
      </dgm:t>
    </dgm:pt>
    <dgm:pt modelId="{51689C30-8284-4B9C-8C79-1473B35A93E2}" type="pres">
      <dgm:prSet presAssocID="{CD24231B-7919-46CE-B60D-FBAE14C867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5D2C15-B980-46BA-BB2A-7A3E7380DD9A}" type="pres">
      <dgm:prSet presAssocID="{CB9608CA-E0DC-4325-89E7-68836CF2337F}" presName="hierRoot1" presStyleCnt="0"/>
      <dgm:spPr/>
    </dgm:pt>
    <dgm:pt modelId="{58E21923-F751-4F23-8CF3-F1DDE68F4F05}" type="pres">
      <dgm:prSet presAssocID="{CB9608CA-E0DC-4325-89E7-68836CF2337F}" presName="composite" presStyleCnt="0"/>
      <dgm:spPr/>
    </dgm:pt>
    <dgm:pt modelId="{CFA888AE-C5E9-4C9D-8583-BB9E873D174F}" type="pres">
      <dgm:prSet presAssocID="{CB9608CA-E0DC-4325-89E7-68836CF2337F}" presName="background" presStyleLbl="node0" presStyleIdx="0" presStyleCnt="4"/>
      <dgm:spPr/>
    </dgm:pt>
    <dgm:pt modelId="{5298EC12-FE36-4C8A-B3E5-7A4FAAE5C685}" type="pres">
      <dgm:prSet presAssocID="{CB9608CA-E0DC-4325-89E7-68836CF2337F}" presName="text" presStyleLbl="fgAcc0" presStyleIdx="0" presStyleCnt="4">
        <dgm:presLayoutVars>
          <dgm:chPref val="3"/>
        </dgm:presLayoutVars>
      </dgm:prSet>
      <dgm:spPr/>
    </dgm:pt>
    <dgm:pt modelId="{80B7940E-9981-465D-9E1D-9AF66B35E3D2}" type="pres">
      <dgm:prSet presAssocID="{CB9608CA-E0DC-4325-89E7-68836CF2337F}" presName="hierChild2" presStyleCnt="0"/>
      <dgm:spPr/>
    </dgm:pt>
    <dgm:pt modelId="{11263601-956E-47FC-B0A2-79A0C2FB84B9}" type="pres">
      <dgm:prSet presAssocID="{CCDAEE9C-533B-45CD-8BD8-1060DD25D8BF}" presName="hierRoot1" presStyleCnt="0"/>
      <dgm:spPr/>
    </dgm:pt>
    <dgm:pt modelId="{0E55963C-77A4-4AEC-822B-4E0403797F88}" type="pres">
      <dgm:prSet presAssocID="{CCDAEE9C-533B-45CD-8BD8-1060DD25D8BF}" presName="composite" presStyleCnt="0"/>
      <dgm:spPr/>
    </dgm:pt>
    <dgm:pt modelId="{3DAE32B5-1514-41AE-8999-8A459D141F3F}" type="pres">
      <dgm:prSet presAssocID="{CCDAEE9C-533B-45CD-8BD8-1060DD25D8BF}" presName="background" presStyleLbl="node0" presStyleIdx="1" presStyleCnt="4"/>
      <dgm:spPr/>
    </dgm:pt>
    <dgm:pt modelId="{7EE47624-B0DD-4374-9DFB-C76C60C65684}" type="pres">
      <dgm:prSet presAssocID="{CCDAEE9C-533B-45CD-8BD8-1060DD25D8BF}" presName="text" presStyleLbl="fgAcc0" presStyleIdx="1" presStyleCnt="4">
        <dgm:presLayoutVars>
          <dgm:chPref val="3"/>
        </dgm:presLayoutVars>
      </dgm:prSet>
      <dgm:spPr/>
    </dgm:pt>
    <dgm:pt modelId="{24B85E8A-952A-46A9-AFE9-5A3153FD8970}" type="pres">
      <dgm:prSet presAssocID="{CCDAEE9C-533B-45CD-8BD8-1060DD25D8BF}" presName="hierChild2" presStyleCnt="0"/>
      <dgm:spPr/>
    </dgm:pt>
    <dgm:pt modelId="{BFE19C00-FAC6-4918-A235-4AEA2053E078}" type="pres">
      <dgm:prSet presAssocID="{C8F89689-2B3D-4572-9789-9F74A1B93663}" presName="hierRoot1" presStyleCnt="0"/>
      <dgm:spPr/>
    </dgm:pt>
    <dgm:pt modelId="{CF12FA7A-D425-4E01-9037-D8E87C7F25CA}" type="pres">
      <dgm:prSet presAssocID="{C8F89689-2B3D-4572-9789-9F74A1B93663}" presName="composite" presStyleCnt="0"/>
      <dgm:spPr/>
    </dgm:pt>
    <dgm:pt modelId="{4A5200DE-04AC-415C-BEE5-82241FFF4714}" type="pres">
      <dgm:prSet presAssocID="{C8F89689-2B3D-4572-9789-9F74A1B93663}" presName="background" presStyleLbl="node0" presStyleIdx="2" presStyleCnt="4"/>
      <dgm:spPr/>
    </dgm:pt>
    <dgm:pt modelId="{3B83AC6B-6394-4739-8C60-414204B63B5E}" type="pres">
      <dgm:prSet presAssocID="{C8F89689-2B3D-4572-9789-9F74A1B93663}" presName="text" presStyleLbl="fgAcc0" presStyleIdx="2" presStyleCnt="4">
        <dgm:presLayoutVars>
          <dgm:chPref val="3"/>
        </dgm:presLayoutVars>
      </dgm:prSet>
      <dgm:spPr/>
    </dgm:pt>
    <dgm:pt modelId="{D49C7C7B-94C5-4D86-BD05-A0F4673177AB}" type="pres">
      <dgm:prSet presAssocID="{C8F89689-2B3D-4572-9789-9F74A1B93663}" presName="hierChild2" presStyleCnt="0"/>
      <dgm:spPr/>
    </dgm:pt>
    <dgm:pt modelId="{B331ED65-0467-48E8-AB9E-BA7B379AD3C0}" type="pres">
      <dgm:prSet presAssocID="{7434510E-2952-46F1-85E6-ABB3E9AC03DE}" presName="hierRoot1" presStyleCnt="0"/>
      <dgm:spPr/>
    </dgm:pt>
    <dgm:pt modelId="{D1A3F54E-54CE-452F-9AB1-411AD6AEBAF2}" type="pres">
      <dgm:prSet presAssocID="{7434510E-2952-46F1-85E6-ABB3E9AC03DE}" presName="composite" presStyleCnt="0"/>
      <dgm:spPr/>
    </dgm:pt>
    <dgm:pt modelId="{064CE3BD-8A43-42ED-ACBD-DC378FCF57D7}" type="pres">
      <dgm:prSet presAssocID="{7434510E-2952-46F1-85E6-ABB3E9AC03DE}" presName="background" presStyleLbl="node0" presStyleIdx="3" presStyleCnt="4"/>
      <dgm:spPr/>
    </dgm:pt>
    <dgm:pt modelId="{ECE70785-7E35-4796-AA1E-07D725AD4E57}" type="pres">
      <dgm:prSet presAssocID="{7434510E-2952-46F1-85E6-ABB3E9AC03DE}" presName="text" presStyleLbl="fgAcc0" presStyleIdx="3" presStyleCnt="4">
        <dgm:presLayoutVars>
          <dgm:chPref val="3"/>
        </dgm:presLayoutVars>
      </dgm:prSet>
      <dgm:spPr/>
    </dgm:pt>
    <dgm:pt modelId="{55004E77-7E3D-4128-A061-DBC2A45170C5}" type="pres">
      <dgm:prSet presAssocID="{7434510E-2952-46F1-85E6-ABB3E9AC03DE}" presName="hierChild2" presStyleCnt="0"/>
      <dgm:spPr/>
    </dgm:pt>
    <dgm:pt modelId="{480AFF7F-48F6-41A4-BDC4-C70D63AF478B}" type="pres">
      <dgm:prSet presAssocID="{F0862113-D2BB-4D2B-958B-7EDF9E1EB505}" presName="Name10" presStyleLbl="parChTrans1D2" presStyleIdx="0" presStyleCnt="3"/>
      <dgm:spPr/>
    </dgm:pt>
    <dgm:pt modelId="{2B0C6698-20CD-475F-874F-533B0820C70F}" type="pres">
      <dgm:prSet presAssocID="{2CA68FE1-ADEC-4188-B74F-3B3DF5F806E6}" presName="hierRoot2" presStyleCnt="0"/>
      <dgm:spPr/>
    </dgm:pt>
    <dgm:pt modelId="{D13394A1-870C-4AC1-A4FA-9E030DC31D3C}" type="pres">
      <dgm:prSet presAssocID="{2CA68FE1-ADEC-4188-B74F-3B3DF5F806E6}" presName="composite2" presStyleCnt="0"/>
      <dgm:spPr/>
    </dgm:pt>
    <dgm:pt modelId="{7890A52A-5EA3-4575-9F0E-6BAD5941B169}" type="pres">
      <dgm:prSet presAssocID="{2CA68FE1-ADEC-4188-B74F-3B3DF5F806E6}" presName="background2" presStyleLbl="node2" presStyleIdx="0" presStyleCnt="3"/>
      <dgm:spPr/>
    </dgm:pt>
    <dgm:pt modelId="{DC7184E4-3B9F-4A50-8B4E-C6DBB9F2B8FC}" type="pres">
      <dgm:prSet presAssocID="{2CA68FE1-ADEC-4188-B74F-3B3DF5F806E6}" presName="text2" presStyleLbl="fgAcc2" presStyleIdx="0" presStyleCnt="3">
        <dgm:presLayoutVars>
          <dgm:chPref val="3"/>
        </dgm:presLayoutVars>
      </dgm:prSet>
      <dgm:spPr/>
    </dgm:pt>
    <dgm:pt modelId="{88FCBC0D-0B14-4BC1-B308-942DF2DF2C3A}" type="pres">
      <dgm:prSet presAssocID="{2CA68FE1-ADEC-4188-B74F-3B3DF5F806E6}" presName="hierChild3" presStyleCnt="0"/>
      <dgm:spPr/>
    </dgm:pt>
    <dgm:pt modelId="{6399C5B5-F346-48D8-A557-978BAA0008FB}" type="pres">
      <dgm:prSet presAssocID="{09A0978F-1F38-4778-9AFC-6C88966C9D0E}" presName="Name10" presStyleLbl="parChTrans1D2" presStyleIdx="1" presStyleCnt="3"/>
      <dgm:spPr/>
    </dgm:pt>
    <dgm:pt modelId="{992770A7-96CF-4B89-9698-66D9C3C4C15C}" type="pres">
      <dgm:prSet presAssocID="{0212CAC7-48F6-4BCB-BE26-B6F4F0A9C8B0}" presName="hierRoot2" presStyleCnt="0"/>
      <dgm:spPr/>
    </dgm:pt>
    <dgm:pt modelId="{D7AEF232-18EA-46B1-9BD3-E3705020B1C2}" type="pres">
      <dgm:prSet presAssocID="{0212CAC7-48F6-4BCB-BE26-B6F4F0A9C8B0}" presName="composite2" presStyleCnt="0"/>
      <dgm:spPr/>
    </dgm:pt>
    <dgm:pt modelId="{A701C8C8-DF0A-418A-BAE6-982A4BC8A077}" type="pres">
      <dgm:prSet presAssocID="{0212CAC7-48F6-4BCB-BE26-B6F4F0A9C8B0}" presName="background2" presStyleLbl="node2" presStyleIdx="1" presStyleCnt="3"/>
      <dgm:spPr/>
    </dgm:pt>
    <dgm:pt modelId="{BF3329B1-7C0E-4332-9197-B35BD33AAD6A}" type="pres">
      <dgm:prSet presAssocID="{0212CAC7-48F6-4BCB-BE26-B6F4F0A9C8B0}" presName="text2" presStyleLbl="fgAcc2" presStyleIdx="1" presStyleCnt="3">
        <dgm:presLayoutVars>
          <dgm:chPref val="3"/>
        </dgm:presLayoutVars>
      </dgm:prSet>
      <dgm:spPr/>
    </dgm:pt>
    <dgm:pt modelId="{E079A610-C207-44C8-8E25-B40D593FDB74}" type="pres">
      <dgm:prSet presAssocID="{0212CAC7-48F6-4BCB-BE26-B6F4F0A9C8B0}" presName="hierChild3" presStyleCnt="0"/>
      <dgm:spPr/>
    </dgm:pt>
    <dgm:pt modelId="{3103A3EF-7332-4053-96C6-8992BF39C36E}" type="pres">
      <dgm:prSet presAssocID="{3FE03052-15C5-4937-BCC6-FF4022A54D22}" presName="Name10" presStyleLbl="parChTrans1D2" presStyleIdx="2" presStyleCnt="3"/>
      <dgm:spPr/>
    </dgm:pt>
    <dgm:pt modelId="{3E1CD217-18FF-4270-93B8-72A7BABF2D9B}" type="pres">
      <dgm:prSet presAssocID="{A0D93951-4565-4194-8387-18E03E63F086}" presName="hierRoot2" presStyleCnt="0"/>
      <dgm:spPr/>
    </dgm:pt>
    <dgm:pt modelId="{DE6C9124-1896-4E35-A713-3D8FEEB982BB}" type="pres">
      <dgm:prSet presAssocID="{A0D93951-4565-4194-8387-18E03E63F086}" presName="composite2" presStyleCnt="0"/>
      <dgm:spPr/>
    </dgm:pt>
    <dgm:pt modelId="{CD9C58B9-E683-44C9-BA1F-73E6C34EC5FB}" type="pres">
      <dgm:prSet presAssocID="{A0D93951-4565-4194-8387-18E03E63F086}" presName="background2" presStyleLbl="node2" presStyleIdx="2" presStyleCnt="3"/>
      <dgm:spPr/>
    </dgm:pt>
    <dgm:pt modelId="{17E3A71E-3466-411B-92F2-20E3D673C30C}" type="pres">
      <dgm:prSet presAssocID="{A0D93951-4565-4194-8387-18E03E63F086}" presName="text2" presStyleLbl="fgAcc2" presStyleIdx="2" presStyleCnt="3">
        <dgm:presLayoutVars>
          <dgm:chPref val="3"/>
        </dgm:presLayoutVars>
      </dgm:prSet>
      <dgm:spPr/>
    </dgm:pt>
    <dgm:pt modelId="{E9CA20E8-05F2-41D7-9E69-7F1BC2097DAF}" type="pres">
      <dgm:prSet presAssocID="{A0D93951-4565-4194-8387-18E03E63F086}" presName="hierChild3" presStyleCnt="0"/>
      <dgm:spPr/>
    </dgm:pt>
  </dgm:ptLst>
  <dgm:cxnLst>
    <dgm:cxn modelId="{3B83B10F-E6CA-4EA6-B70F-DF0F73064D0D}" type="presOf" srcId="{0212CAC7-48F6-4BCB-BE26-B6F4F0A9C8B0}" destId="{BF3329B1-7C0E-4332-9197-B35BD33AAD6A}" srcOrd="0" destOrd="0" presId="urn:microsoft.com/office/officeart/2005/8/layout/hierarchy1"/>
    <dgm:cxn modelId="{A52ACC10-C189-45BD-82FF-DA63864D16F3}" type="presOf" srcId="{3FE03052-15C5-4937-BCC6-FF4022A54D22}" destId="{3103A3EF-7332-4053-96C6-8992BF39C36E}" srcOrd="0" destOrd="0" presId="urn:microsoft.com/office/officeart/2005/8/layout/hierarchy1"/>
    <dgm:cxn modelId="{C61A532A-1929-477F-9EE3-A7E4A8CF3B6B}" type="presOf" srcId="{C8F89689-2B3D-4572-9789-9F74A1B93663}" destId="{3B83AC6B-6394-4739-8C60-414204B63B5E}" srcOrd="0" destOrd="0" presId="urn:microsoft.com/office/officeart/2005/8/layout/hierarchy1"/>
    <dgm:cxn modelId="{A1C8032C-A871-42A1-AFBE-B5A72999BC41}" type="presOf" srcId="{CCDAEE9C-533B-45CD-8BD8-1060DD25D8BF}" destId="{7EE47624-B0DD-4374-9DFB-C76C60C65684}" srcOrd="0" destOrd="0" presId="urn:microsoft.com/office/officeart/2005/8/layout/hierarchy1"/>
    <dgm:cxn modelId="{D30B2243-E247-45E8-BD71-CC68B7804EB9}" srcId="{7434510E-2952-46F1-85E6-ABB3E9AC03DE}" destId="{0212CAC7-48F6-4BCB-BE26-B6F4F0A9C8B0}" srcOrd="1" destOrd="0" parTransId="{09A0978F-1F38-4778-9AFC-6C88966C9D0E}" sibTransId="{28242B52-F8D8-42FC-A2E6-D19A80350986}"/>
    <dgm:cxn modelId="{FE518467-3333-4326-8197-00512A7C8CDA}" type="presOf" srcId="{CB9608CA-E0DC-4325-89E7-68836CF2337F}" destId="{5298EC12-FE36-4C8A-B3E5-7A4FAAE5C685}" srcOrd="0" destOrd="0" presId="urn:microsoft.com/office/officeart/2005/8/layout/hierarchy1"/>
    <dgm:cxn modelId="{368CDF48-0F45-40EB-AB59-70F0F5EE092F}" type="presOf" srcId="{2CA68FE1-ADEC-4188-B74F-3B3DF5F806E6}" destId="{DC7184E4-3B9F-4A50-8B4E-C6DBB9F2B8FC}" srcOrd="0" destOrd="0" presId="urn:microsoft.com/office/officeart/2005/8/layout/hierarchy1"/>
    <dgm:cxn modelId="{1E772049-709C-409D-81C7-A62346B7B4C4}" type="presOf" srcId="{7434510E-2952-46F1-85E6-ABB3E9AC03DE}" destId="{ECE70785-7E35-4796-AA1E-07D725AD4E57}" srcOrd="0" destOrd="0" presId="urn:microsoft.com/office/officeart/2005/8/layout/hierarchy1"/>
    <dgm:cxn modelId="{CDFD616D-E621-45C9-881D-3B89E2699039}" type="presOf" srcId="{CD24231B-7919-46CE-B60D-FBAE14C86783}" destId="{51689C30-8284-4B9C-8C79-1473B35A93E2}" srcOrd="0" destOrd="0" presId="urn:microsoft.com/office/officeart/2005/8/layout/hierarchy1"/>
    <dgm:cxn modelId="{F6177D58-B981-4E03-94FB-2B73DD0C1A5D}" type="presOf" srcId="{09A0978F-1F38-4778-9AFC-6C88966C9D0E}" destId="{6399C5B5-F346-48D8-A557-978BAA0008FB}" srcOrd="0" destOrd="0" presId="urn:microsoft.com/office/officeart/2005/8/layout/hierarchy1"/>
    <dgm:cxn modelId="{2482AA78-8F69-401D-BEFE-AA13A3A7391E}" srcId="{CD24231B-7919-46CE-B60D-FBAE14C86783}" destId="{CCDAEE9C-533B-45CD-8BD8-1060DD25D8BF}" srcOrd="1" destOrd="0" parTransId="{BC9EDDD6-0F02-4EC4-B7D9-B88A7C5DB2BB}" sibTransId="{B6F09064-328B-46F9-A81F-632709695001}"/>
    <dgm:cxn modelId="{4B377A79-4A29-4B8F-9B0E-60B66197DA04}" srcId="{CD24231B-7919-46CE-B60D-FBAE14C86783}" destId="{7434510E-2952-46F1-85E6-ABB3E9AC03DE}" srcOrd="3" destOrd="0" parTransId="{BFEFF78D-D549-47AB-95B5-C2CE3D7325BD}" sibTransId="{CB45C238-A6FF-4FC2-AA03-5535BB9AC209}"/>
    <dgm:cxn modelId="{DED827AC-F564-4AFF-A75C-75878DF37325}" srcId="{CD24231B-7919-46CE-B60D-FBAE14C86783}" destId="{C8F89689-2B3D-4572-9789-9F74A1B93663}" srcOrd="2" destOrd="0" parTransId="{4C1F9D30-CB55-4E74-8B5B-335D240C8019}" sibTransId="{1D23A857-E022-4139-9BEA-BDCB4C13F213}"/>
    <dgm:cxn modelId="{CC659CB6-B81B-4D1C-92E9-3651AF34B5A3}" srcId="{7434510E-2952-46F1-85E6-ABB3E9AC03DE}" destId="{A0D93951-4565-4194-8387-18E03E63F086}" srcOrd="2" destOrd="0" parTransId="{3FE03052-15C5-4937-BCC6-FF4022A54D22}" sibTransId="{46B57056-C80C-4F22-8AE0-2D1E458D4D40}"/>
    <dgm:cxn modelId="{FA6A3EBA-0FFE-423E-A6A0-9D22164C24FB}" srcId="{CD24231B-7919-46CE-B60D-FBAE14C86783}" destId="{CB9608CA-E0DC-4325-89E7-68836CF2337F}" srcOrd="0" destOrd="0" parTransId="{010EF628-3B8B-4CDC-B946-BACBF6FD635D}" sibTransId="{17BCD3F6-0447-4B35-91B1-93CFDAD30BAB}"/>
    <dgm:cxn modelId="{741AF9CC-9CC6-4AC4-8A19-AA8D9F6BFAA1}" type="presOf" srcId="{F0862113-D2BB-4D2B-958B-7EDF9E1EB505}" destId="{480AFF7F-48F6-41A4-BDC4-C70D63AF478B}" srcOrd="0" destOrd="0" presId="urn:microsoft.com/office/officeart/2005/8/layout/hierarchy1"/>
    <dgm:cxn modelId="{FF557BDD-F94E-41AC-A4AE-EE11020C3953}" type="presOf" srcId="{A0D93951-4565-4194-8387-18E03E63F086}" destId="{17E3A71E-3466-411B-92F2-20E3D673C30C}" srcOrd="0" destOrd="0" presId="urn:microsoft.com/office/officeart/2005/8/layout/hierarchy1"/>
    <dgm:cxn modelId="{A24009FF-06EF-44EF-8A68-089F9E161BBC}" srcId="{7434510E-2952-46F1-85E6-ABB3E9AC03DE}" destId="{2CA68FE1-ADEC-4188-B74F-3B3DF5F806E6}" srcOrd="0" destOrd="0" parTransId="{F0862113-D2BB-4D2B-958B-7EDF9E1EB505}" sibTransId="{E7B2B612-1470-4023-9B9F-E9C3FC9BBF98}"/>
    <dgm:cxn modelId="{2FABB6D7-0CD0-48B1-91C6-65A21690B823}" type="presParOf" srcId="{51689C30-8284-4B9C-8C79-1473B35A93E2}" destId="{235D2C15-B980-46BA-BB2A-7A3E7380DD9A}" srcOrd="0" destOrd="0" presId="urn:microsoft.com/office/officeart/2005/8/layout/hierarchy1"/>
    <dgm:cxn modelId="{FF3E8968-E25B-474E-9B17-F7AC11B4632E}" type="presParOf" srcId="{235D2C15-B980-46BA-BB2A-7A3E7380DD9A}" destId="{58E21923-F751-4F23-8CF3-F1DDE68F4F05}" srcOrd="0" destOrd="0" presId="urn:microsoft.com/office/officeart/2005/8/layout/hierarchy1"/>
    <dgm:cxn modelId="{7AD10ACE-F36C-4621-8F30-B79B06548F07}" type="presParOf" srcId="{58E21923-F751-4F23-8CF3-F1DDE68F4F05}" destId="{CFA888AE-C5E9-4C9D-8583-BB9E873D174F}" srcOrd="0" destOrd="0" presId="urn:microsoft.com/office/officeart/2005/8/layout/hierarchy1"/>
    <dgm:cxn modelId="{CA07D914-9524-4ABC-A01E-D477EF540520}" type="presParOf" srcId="{58E21923-F751-4F23-8CF3-F1DDE68F4F05}" destId="{5298EC12-FE36-4C8A-B3E5-7A4FAAE5C685}" srcOrd="1" destOrd="0" presId="urn:microsoft.com/office/officeart/2005/8/layout/hierarchy1"/>
    <dgm:cxn modelId="{DBA827E0-9465-4D40-B242-2F976951BA49}" type="presParOf" srcId="{235D2C15-B980-46BA-BB2A-7A3E7380DD9A}" destId="{80B7940E-9981-465D-9E1D-9AF66B35E3D2}" srcOrd="1" destOrd="0" presId="urn:microsoft.com/office/officeart/2005/8/layout/hierarchy1"/>
    <dgm:cxn modelId="{7F861881-682A-4FB5-840E-CEBB8547D43E}" type="presParOf" srcId="{51689C30-8284-4B9C-8C79-1473B35A93E2}" destId="{11263601-956E-47FC-B0A2-79A0C2FB84B9}" srcOrd="1" destOrd="0" presId="urn:microsoft.com/office/officeart/2005/8/layout/hierarchy1"/>
    <dgm:cxn modelId="{DD5EA980-7AE5-4590-BFD2-4FB10BA99818}" type="presParOf" srcId="{11263601-956E-47FC-B0A2-79A0C2FB84B9}" destId="{0E55963C-77A4-4AEC-822B-4E0403797F88}" srcOrd="0" destOrd="0" presId="urn:microsoft.com/office/officeart/2005/8/layout/hierarchy1"/>
    <dgm:cxn modelId="{64E9D815-E497-490B-8520-0B027FC70567}" type="presParOf" srcId="{0E55963C-77A4-4AEC-822B-4E0403797F88}" destId="{3DAE32B5-1514-41AE-8999-8A459D141F3F}" srcOrd="0" destOrd="0" presId="urn:microsoft.com/office/officeart/2005/8/layout/hierarchy1"/>
    <dgm:cxn modelId="{9A4282A9-E7A0-4432-B713-D152021BA81D}" type="presParOf" srcId="{0E55963C-77A4-4AEC-822B-4E0403797F88}" destId="{7EE47624-B0DD-4374-9DFB-C76C60C65684}" srcOrd="1" destOrd="0" presId="urn:microsoft.com/office/officeart/2005/8/layout/hierarchy1"/>
    <dgm:cxn modelId="{14053765-1609-45A9-9830-4A4FF54BC03A}" type="presParOf" srcId="{11263601-956E-47FC-B0A2-79A0C2FB84B9}" destId="{24B85E8A-952A-46A9-AFE9-5A3153FD8970}" srcOrd="1" destOrd="0" presId="urn:microsoft.com/office/officeart/2005/8/layout/hierarchy1"/>
    <dgm:cxn modelId="{80FCD2C5-CD09-4F58-83AF-A45A162D4836}" type="presParOf" srcId="{51689C30-8284-4B9C-8C79-1473B35A93E2}" destId="{BFE19C00-FAC6-4918-A235-4AEA2053E078}" srcOrd="2" destOrd="0" presId="urn:microsoft.com/office/officeart/2005/8/layout/hierarchy1"/>
    <dgm:cxn modelId="{C3A3B70A-BE78-4768-B7F6-728287A032D8}" type="presParOf" srcId="{BFE19C00-FAC6-4918-A235-4AEA2053E078}" destId="{CF12FA7A-D425-4E01-9037-D8E87C7F25CA}" srcOrd="0" destOrd="0" presId="urn:microsoft.com/office/officeart/2005/8/layout/hierarchy1"/>
    <dgm:cxn modelId="{562CF871-279F-448C-BE7C-6FA87C7CDD9D}" type="presParOf" srcId="{CF12FA7A-D425-4E01-9037-D8E87C7F25CA}" destId="{4A5200DE-04AC-415C-BEE5-82241FFF4714}" srcOrd="0" destOrd="0" presId="urn:microsoft.com/office/officeart/2005/8/layout/hierarchy1"/>
    <dgm:cxn modelId="{256ACD68-BBB0-4801-BA08-9D5437A79235}" type="presParOf" srcId="{CF12FA7A-D425-4E01-9037-D8E87C7F25CA}" destId="{3B83AC6B-6394-4739-8C60-414204B63B5E}" srcOrd="1" destOrd="0" presId="urn:microsoft.com/office/officeart/2005/8/layout/hierarchy1"/>
    <dgm:cxn modelId="{6354D5B9-1EFD-4402-8166-68A6DC0700D6}" type="presParOf" srcId="{BFE19C00-FAC6-4918-A235-4AEA2053E078}" destId="{D49C7C7B-94C5-4D86-BD05-A0F4673177AB}" srcOrd="1" destOrd="0" presId="urn:microsoft.com/office/officeart/2005/8/layout/hierarchy1"/>
    <dgm:cxn modelId="{C916D766-A0A0-4EBE-9240-138E711F3155}" type="presParOf" srcId="{51689C30-8284-4B9C-8C79-1473B35A93E2}" destId="{B331ED65-0467-48E8-AB9E-BA7B379AD3C0}" srcOrd="3" destOrd="0" presId="urn:microsoft.com/office/officeart/2005/8/layout/hierarchy1"/>
    <dgm:cxn modelId="{E6275300-970F-4AAA-BADE-08568678B770}" type="presParOf" srcId="{B331ED65-0467-48E8-AB9E-BA7B379AD3C0}" destId="{D1A3F54E-54CE-452F-9AB1-411AD6AEBAF2}" srcOrd="0" destOrd="0" presId="urn:microsoft.com/office/officeart/2005/8/layout/hierarchy1"/>
    <dgm:cxn modelId="{0C8EF2E5-E4A6-4AD1-8B5C-9E958DBC8508}" type="presParOf" srcId="{D1A3F54E-54CE-452F-9AB1-411AD6AEBAF2}" destId="{064CE3BD-8A43-42ED-ACBD-DC378FCF57D7}" srcOrd="0" destOrd="0" presId="urn:microsoft.com/office/officeart/2005/8/layout/hierarchy1"/>
    <dgm:cxn modelId="{CAE3991C-F50E-4463-8493-A398D0658D40}" type="presParOf" srcId="{D1A3F54E-54CE-452F-9AB1-411AD6AEBAF2}" destId="{ECE70785-7E35-4796-AA1E-07D725AD4E57}" srcOrd="1" destOrd="0" presId="urn:microsoft.com/office/officeart/2005/8/layout/hierarchy1"/>
    <dgm:cxn modelId="{4574630F-A203-4E90-AB52-23B94E978AA4}" type="presParOf" srcId="{B331ED65-0467-48E8-AB9E-BA7B379AD3C0}" destId="{55004E77-7E3D-4128-A061-DBC2A45170C5}" srcOrd="1" destOrd="0" presId="urn:microsoft.com/office/officeart/2005/8/layout/hierarchy1"/>
    <dgm:cxn modelId="{C33616B4-83FE-4785-A7C7-9F08F34F9F58}" type="presParOf" srcId="{55004E77-7E3D-4128-A061-DBC2A45170C5}" destId="{480AFF7F-48F6-41A4-BDC4-C70D63AF478B}" srcOrd="0" destOrd="0" presId="urn:microsoft.com/office/officeart/2005/8/layout/hierarchy1"/>
    <dgm:cxn modelId="{0647CFD0-C3C4-4F4D-B067-7425C077D197}" type="presParOf" srcId="{55004E77-7E3D-4128-A061-DBC2A45170C5}" destId="{2B0C6698-20CD-475F-874F-533B0820C70F}" srcOrd="1" destOrd="0" presId="urn:microsoft.com/office/officeart/2005/8/layout/hierarchy1"/>
    <dgm:cxn modelId="{B765B97D-F905-42A2-B146-10ABFDADBFCA}" type="presParOf" srcId="{2B0C6698-20CD-475F-874F-533B0820C70F}" destId="{D13394A1-870C-4AC1-A4FA-9E030DC31D3C}" srcOrd="0" destOrd="0" presId="urn:microsoft.com/office/officeart/2005/8/layout/hierarchy1"/>
    <dgm:cxn modelId="{789D75C3-6609-4534-B144-620A04301563}" type="presParOf" srcId="{D13394A1-870C-4AC1-A4FA-9E030DC31D3C}" destId="{7890A52A-5EA3-4575-9F0E-6BAD5941B169}" srcOrd="0" destOrd="0" presId="urn:microsoft.com/office/officeart/2005/8/layout/hierarchy1"/>
    <dgm:cxn modelId="{7DA171D4-6489-4A3E-87B3-BF502467B368}" type="presParOf" srcId="{D13394A1-870C-4AC1-A4FA-9E030DC31D3C}" destId="{DC7184E4-3B9F-4A50-8B4E-C6DBB9F2B8FC}" srcOrd="1" destOrd="0" presId="urn:microsoft.com/office/officeart/2005/8/layout/hierarchy1"/>
    <dgm:cxn modelId="{46C07EF0-E8E3-46C7-A7B2-A299022AEB56}" type="presParOf" srcId="{2B0C6698-20CD-475F-874F-533B0820C70F}" destId="{88FCBC0D-0B14-4BC1-B308-942DF2DF2C3A}" srcOrd="1" destOrd="0" presId="urn:microsoft.com/office/officeart/2005/8/layout/hierarchy1"/>
    <dgm:cxn modelId="{A9FCC2F8-EF0B-45BF-8FE9-B0EC71F14A08}" type="presParOf" srcId="{55004E77-7E3D-4128-A061-DBC2A45170C5}" destId="{6399C5B5-F346-48D8-A557-978BAA0008FB}" srcOrd="2" destOrd="0" presId="urn:microsoft.com/office/officeart/2005/8/layout/hierarchy1"/>
    <dgm:cxn modelId="{5DD50812-F08E-4537-9FD6-107051604428}" type="presParOf" srcId="{55004E77-7E3D-4128-A061-DBC2A45170C5}" destId="{992770A7-96CF-4B89-9698-66D9C3C4C15C}" srcOrd="3" destOrd="0" presId="urn:microsoft.com/office/officeart/2005/8/layout/hierarchy1"/>
    <dgm:cxn modelId="{2FA609D3-A629-4838-A53E-2DBA75A244C8}" type="presParOf" srcId="{992770A7-96CF-4B89-9698-66D9C3C4C15C}" destId="{D7AEF232-18EA-46B1-9BD3-E3705020B1C2}" srcOrd="0" destOrd="0" presId="urn:microsoft.com/office/officeart/2005/8/layout/hierarchy1"/>
    <dgm:cxn modelId="{4C5004E7-AE9D-4DB2-B853-A047B3551140}" type="presParOf" srcId="{D7AEF232-18EA-46B1-9BD3-E3705020B1C2}" destId="{A701C8C8-DF0A-418A-BAE6-982A4BC8A077}" srcOrd="0" destOrd="0" presId="urn:microsoft.com/office/officeart/2005/8/layout/hierarchy1"/>
    <dgm:cxn modelId="{88DE5241-C97B-4B3C-A74C-20B8D0608D47}" type="presParOf" srcId="{D7AEF232-18EA-46B1-9BD3-E3705020B1C2}" destId="{BF3329B1-7C0E-4332-9197-B35BD33AAD6A}" srcOrd="1" destOrd="0" presId="urn:microsoft.com/office/officeart/2005/8/layout/hierarchy1"/>
    <dgm:cxn modelId="{5469A044-0F27-4B07-B444-A8B863743F45}" type="presParOf" srcId="{992770A7-96CF-4B89-9698-66D9C3C4C15C}" destId="{E079A610-C207-44C8-8E25-B40D593FDB74}" srcOrd="1" destOrd="0" presId="urn:microsoft.com/office/officeart/2005/8/layout/hierarchy1"/>
    <dgm:cxn modelId="{D63F97B1-99EA-45C1-B2FB-EABAC42ED492}" type="presParOf" srcId="{55004E77-7E3D-4128-A061-DBC2A45170C5}" destId="{3103A3EF-7332-4053-96C6-8992BF39C36E}" srcOrd="4" destOrd="0" presId="urn:microsoft.com/office/officeart/2005/8/layout/hierarchy1"/>
    <dgm:cxn modelId="{7A1F1E7E-59F6-4D5D-B0A4-85329261684C}" type="presParOf" srcId="{55004E77-7E3D-4128-A061-DBC2A45170C5}" destId="{3E1CD217-18FF-4270-93B8-72A7BABF2D9B}" srcOrd="5" destOrd="0" presId="urn:microsoft.com/office/officeart/2005/8/layout/hierarchy1"/>
    <dgm:cxn modelId="{060D5382-5E5C-4DB5-8031-851EAA37A697}" type="presParOf" srcId="{3E1CD217-18FF-4270-93B8-72A7BABF2D9B}" destId="{DE6C9124-1896-4E35-A713-3D8FEEB982BB}" srcOrd="0" destOrd="0" presId="urn:microsoft.com/office/officeart/2005/8/layout/hierarchy1"/>
    <dgm:cxn modelId="{B999EA61-350E-4B34-B543-3146FF540904}" type="presParOf" srcId="{DE6C9124-1896-4E35-A713-3D8FEEB982BB}" destId="{CD9C58B9-E683-44C9-BA1F-73E6C34EC5FB}" srcOrd="0" destOrd="0" presId="urn:microsoft.com/office/officeart/2005/8/layout/hierarchy1"/>
    <dgm:cxn modelId="{80614050-5172-408F-8980-12B178FBEE09}" type="presParOf" srcId="{DE6C9124-1896-4E35-A713-3D8FEEB982BB}" destId="{17E3A71E-3466-411B-92F2-20E3D673C30C}" srcOrd="1" destOrd="0" presId="urn:microsoft.com/office/officeart/2005/8/layout/hierarchy1"/>
    <dgm:cxn modelId="{2E696519-CD8D-4B8A-A992-BAB1E482FAD3}" type="presParOf" srcId="{3E1CD217-18FF-4270-93B8-72A7BABF2D9B}" destId="{E9CA20E8-05F2-41D7-9E69-7F1BC2097D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7C009A-D9D6-4F64-A203-75DE9A16417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16B2C7-B4DA-4287-A309-F11C08C6C63A}">
      <dgm:prSet/>
      <dgm:spPr/>
      <dgm:t>
        <a:bodyPr/>
        <a:lstStyle/>
        <a:p>
          <a:r>
            <a:rPr lang="en-US"/>
            <a:t>solo_elderly_skill.md </a:t>
          </a:r>
        </a:p>
      </dgm:t>
    </dgm:pt>
    <dgm:pt modelId="{3D0C35A1-F63F-40B5-A969-A4B77BC20A8B}" type="parTrans" cxnId="{7184A10B-C3C5-4A1F-AFC6-7A84B033BBF5}">
      <dgm:prSet/>
      <dgm:spPr/>
      <dgm:t>
        <a:bodyPr/>
        <a:lstStyle/>
        <a:p>
          <a:endParaRPr lang="en-US"/>
        </a:p>
      </dgm:t>
    </dgm:pt>
    <dgm:pt modelId="{E8A3DEA5-198F-4E09-BE5E-6D535EF7882F}" type="sibTrans" cxnId="{7184A10B-C3C5-4A1F-AFC6-7A84B033BBF5}">
      <dgm:prSet/>
      <dgm:spPr/>
      <dgm:t>
        <a:bodyPr/>
        <a:lstStyle/>
        <a:p>
          <a:endParaRPr lang="en-US"/>
        </a:p>
      </dgm:t>
    </dgm:pt>
    <dgm:pt modelId="{8E9C9D80-5E10-4898-A64C-AB373CC79DFE}">
      <dgm:prSet/>
      <dgm:spPr/>
      <dgm:t>
        <a:bodyPr/>
        <a:lstStyle/>
        <a:p>
          <a:r>
            <a:rPr lang="en-US"/>
            <a:t>Scenario + orchestration: persona, pre-call (Memory + Device API), emergency protocol, adherence flow, JSON report schema</a:t>
          </a:r>
        </a:p>
      </dgm:t>
    </dgm:pt>
    <dgm:pt modelId="{C1881325-0857-4C89-8F98-F21FADF691BD}" type="parTrans" cxnId="{D335B0DF-EB52-4DE0-9FE3-B9E0164B56E7}">
      <dgm:prSet/>
      <dgm:spPr/>
      <dgm:t>
        <a:bodyPr/>
        <a:lstStyle/>
        <a:p>
          <a:endParaRPr lang="en-US"/>
        </a:p>
      </dgm:t>
    </dgm:pt>
    <dgm:pt modelId="{86C49ED8-26E5-4985-84C2-D117856452D5}" type="sibTrans" cxnId="{D335B0DF-EB52-4DE0-9FE3-B9E0164B56E7}">
      <dgm:prSet/>
      <dgm:spPr/>
      <dgm:t>
        <a:bodyPr/>
        <a:lstStyle/>
        <a:p>
          <a:endParaRPr lang="en-US"/>
        </a:p>
      </dgm:t>
    </dgm:pt>
    <dgm:pt modelId="{45F66218-36D7-4A26-95D2-5A46D09F346B}">
      <dgm:prSet/>
      <dgm:spPr/>
      <dgm:t>
        <a:bodyPr/>
        <a:lstStyle/>
        <a:p>
          <a:r>
            <a:rPr lang="en-US"/>
            <a:t>references/ref_adherence.md </a:t>
          </a:r>
        </a:p>
      </dgm:t>
    </dgm:pt>
    <dgm:pt modelId="{6B0FAD18-6053-4F31-88BA-0A43CBF7D7D3}" type="parTrans" cxnId="{2AE73884-46FC-4F91-B39D-E699E001920C}">
      <dgm:prSet/>
      <dgm:spPr/>
      <dgm:t>
        <a:bodyPr/>
        <a:lstStyle/>
        <a:p>
          <a:endParaRPr lang="en-US"/>
        </a:p>
      </dgm:t>
    </dgm:pt>
    <dgm:pt modelId="{E66CF6FB-DE04-466B-B56B-0F64D97A8162}" type="sibTrans" cxnId="{2AE73884-46FC-4F91-B39D-E699E001920C}">
      <dgm:prSet/>
      <dgm:spPr/>
      <dgm:t>
        <a:bodyPr/>
        <a:lstStyle/>
        <a:p>
          <a:endParaRPr lang="en-US"/>
        </a:p>
      </dgm:t>
    </dgm:pt>
    <dgm:pt modelId="{9F47A593-4BF3-4C4A-A86E-E563DAFF9CF8}">
      <dgm:prSet/>
      <dgm:spPr/>
      <dgm:t>
        <a:bodyPr/>
        <a:lstStyle/>
        <a:p>
          <a:r>
            <a:rPr lang="en-US"/>
            <a:t>Risk rules + interventions: check-in objectives, NLP+telemetry → risk tags, MCP triggers (weather, parks, events), nutrition from memory, reporting fields</a:t>
          </a:r>
        </a:p>
      </dgm:t>
    </dgm:pt>
    <dgm:pt modelId="{3B6DCC4C-41C3-4900-9E4E-E914F95E0A97}" type="parTrans" cxnId="{BEF3EA41-E5A6-445C-A1CF-5FD08C0ACB8F}">
      <dgm:prSet/>
      <dgm:spPr/>
      <dgm:t>
        <a:bodyPr/>
        <a:lstStyle/>
        <a:p>
          <a:endParaRPr lang="en-US"/>
        </a:p>
      </dgm:t>
    </dgm:pt>
    <dgm:pt modelId="{CF04276B-378D-4D0B-AE9C-5C75129D8C27}" type="sibTrans" cxnId="{BEF3EA41-E5A6-445C-A1CF-5FD08C0ACB8F}">
      <dgm:prSet/>
      <dgm:spPr/>
      <dgm:t>
        <a:bodyPr/>
        <a:lstStyle/>
        <a:p>
          <a:endParaRPr lang="en-US"/>
        </a:p>
      </dgm:t>
    </dgm:pt>
    <dgm:pt modelId="{70EED4DE-ADF7-46E0-8052-70498DF5042C}" type="pres">
      <dgm:prSet presAssocID="{317C009A-D9D6-4F64-A203-75DE9A16417A}" presName="Name0" presStyleCnt="0">
        <dgm:presLayoutVars>
          <dgm:dir/>
          <dgm:animLvl val="lvl"/>
          <dgm:resizeHandles val="exact"/>
        </dgm:presLayoutVars>
      </dgm:prSet>
      <dgm:spPr/>
    </dgm:pt>
    <dgm:pt modelId="{304AB0A9-099C-4E22-9959-18172881A0A7}" type="pres">
      <dgm:prSet presAssocID="{A216B2C7-B4DA-4287-A309-F11C08C6C63A}" presName="linNode" presStyleCnt="0"/>
      <dgm:spPr/>
    </dgm:pt>
    <dgm:pt modelId="{C36D6C93-C35B-4BD6-9504-D4E632A3BC81}" type="pres">
      <dgm:prSet presAssocID="{A216B2C7-B4DA-4287-A309-F11C08C6C63A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6E2E1F7-8AF6-4D96-8D1C-6343EED2DB81}" type="pres">
      <dgm:prSet presAssocID="{A216B2C7-B4DA-4287-A309-F11C08C6C63A}" presName="descendantText" presStyleLbl="alignAccFollowNode1" presStyleIdx="0" presStyleCnt="2">
        <dgm:presLayoutVars>
          <dgm:bulletEnabled val="1"/>
        </dgm:presLayoutVars>
      </dgm:prSet>
      <dgm:spPr/>
    </dgm:pt>
    <dgm:pt modelId="{50016AF0-B076-4EE6-B459-369C2622943F}" type="pres">
      <dgm:prSet presAssocID="{E8A3DEA5-198F-4E09-BE5E-6D535EF7882F}" presName="sp" presStyleCnt="0"/>
      <dgm:spPr/>
    </dgm:pt>
    <dgm:pt modelId="{9D4304EC-EC17-46D5-A627-30CB7E1CAC08}" type="pres">
      <dgm:prSet presAssocID="{45F66218-36D7-4A26-95D2-5A46D09F346B}" presName="linNode" presStyleCnt="0"/>
      <dgm:spPr/>
    </dgm:pt>
    <dgm:pt modelId="{5D889E8F-92F1-4E4E-A8D9-EFCCB10F639A}" type="pres">
      <dgm:prSet presAssocID="{45F66218-36D7-4A26-95D2-5A46D09F346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BC41838-2F8C-45EC-A7E8-1F184B2DFE4F}" type="pres">
      <dgm:prSet presAssocID="{45F66218-36D7-4A26-95D2-5A46D09F346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9DFD207-DA37-4E0A-BF02-41C4EEA43F03}" type="presOf" srcId="{45F66218-36D7-4A26-95D2-5A46D09F346B}" destId="{5D889E8F-92F1-4E4E-A8D9-EFCCB10F639A}" srcOrd="0" destOrd="0" presId="urn:microsoft.com/office/officeart/2005/8/layout/vList5"/>
    <dgm:cxn modelId="{7184A10B-C3C5-4A1F-AFC6-7A84B033BBF5}" srcId="{317C009A-D9D6-4F64-A203-75DE9A16417A}" destId="{A216B2C7-B4DA-4287-A309-F11C08C6C63A}" srcOrd="0" destOrd="0" parTransId="{3D0C35A1-F63F-40B5-A969-A4B77BC20A8B}" sibTransId="{E8A3DEA5-198F-4E09-BE5E-6D535EF7882F}"/>
    <dgm:cxn modelId="{C698CB39-3821-4545-8CD7-9A261BD9CA40}" type="presOf" srcId="{317C009A-D9D6-4F64-A203-75DE9A16417A}" destId="{70EED4DE-ADF7-46E0-8052-70498DF5042C}" srcOrd="0" destOrd="0" presId="urn:microsoft.com/office/officeart/2005/8/layout/vList5"/>
    <dgm:cxn modelId="{BEF3EA41-E5A6-445C-A1CF-5FD08C0ACB8F}" srcId="{45F66218-36D7-4A26-95D2-5A46D09F346B}" destId="{9F47A593-4BF3-4C4A-A86E-E563DAFF9CF8}" srcOrd="0" destOrd="0" parTransId="{3B6DCC4C-41C3-4900-9E4E-E914F95E0A97}" sibTransId="{CF04276B-378D-4D0B-AE9C-5C75129D8C27}"/>
    <dgm:cxn modelId="{0509B071-5E49-4346-8B66-130A82CECF56}" type="presOf" srcId="{A216B2C7-B4DA-4287-A309-F11C08C6C63A}" destId="{C36D6C93-C35B-4BD6-9504-D4E632A3BC81}" srcOrd="0" destOrd="0" presId="urn:microsoft.com/office/officeart/2005/8/layout/vList5"/>
    <dgm:cxn modelId="{2AE73884-46FC-4F91-B39D-E699E001920C}" srcId="{317C009A-D9D6-4F64-A203-75DE9A16417A}" destId="{45F66218-36D7-4A26-95D2-5A46D09F346B}" srcOrd="1" destOrd="0" parTransId="{6B0FAD18-6053-4F31-88BA-0A43CBF7D7D3}" sibTransId="{E66CF6FB-DE04-466B-B56B-0F64D97A8162}"/>
    <dgm:cxn modelId="{5184B8A7-E585-435A-833C-0CCEEFC1ABD0}" type="presOf" srcId="{8E9C9D80-5E10-4898-A64C-AB373CC79DFE}" destId="{D6E2E1F7-8AF6-4D96-8D1C-6343EED2DB81}" srcOrd="0" destOrd="0" presId="urn:microsoft.com/office/officeart/2005/8/layout/vList5"/>
    <dgm:cxn modelId="{5AE010AD-BA5C-47CB-8C4D-ABF72AD55278}" type="presOf" srcId="{9F47A593-4BF3-4C4A-A86E-E563DAFF9CF8}" destId="{1BC41838-2F8C-45EC-A7E8-1F184B2DFE4F}" srcOrd="0" destOrd="0" presId="urn:microsoft.com/office/officeart/2005/8/layout/vList5"/>
    <dgm:cxn modelId="{D335B0DF-EB52-4DE0-9FE3-B9E0164B56E7}" srcId="{A216B2C7-B4DA-4287-A309-F11C08C6C63A}" destId="{8E9C9D80-5E10-4898-A64C-AB373CC79DFE}" srcOrd="0" destOrd="0" parTransId="{C1881325-0857-4C89-8F98-F21FADF691BD}" sibTransId="{86C49ED8-26E5-4985-84C2-D117856452D5}"/>
    <dgm:cxn modelId="{51104413-5EFA-4612-8313-41486486AABB}" type="presParOf" srcId="{70EED4DE-ADF7-46E0-8052-70498DF5042C}" destId="{304AB0A9-099C-4E22-9959-18172881A0A7}" srcOrd="0" destOrd="0" presId="urn:microsoft.com/office/officeart/2005/8/layout/vList5"/>
    <dgm:cxn modelId="{A7179C39-5687-43BB-8C9A-D419BFFC0DEF}" type="presParOf" srcId="{304AB0A9-099C-4E22-9959-18172881A0A7}" destId="{C36D6C93-C35B-4BD6-9504-D4E632A3BC81}" srcOrd="0" destOrd="0" presId="urn:microsoft.com/office/officeart/2005/8/layout/vList5"/>
    <dgm:cxn modelId="{85D2D873-C26A-456A-91EB-BF3A0F5B80D0}" type="presParOf" srcId="{304AB0A9-099C-4E22-9959-18172881A0A7}" destId="{D6E2E1F7-8AF6-4D96-8D1C-6343EED2DB81}" srcOrd="1" destOrd="0" presId="urn:microsoft.com/office/officeart/2005/8/layout/vList5"/>
    <dgm:cxn modelId="{0922D952-E16E-43A2-9316-95A04C1FAE90}" type="presParOf" srcId="{70EED4DE-ADF7-46E0-8052-70498DF5042C}" destId="{50016AF0-B076-4EE6-B459-369C2622943F}" srcOrd="1" destOrd="0" presId="urn:microsoft.com/office/officeart/2005/8/layout/vList5"/>
    <dgm:cxn modelId="{97C9D04B-437F-432B-B6EA-7F7E318012D3}" type="presParOf" srcId="{70EED4DE-ADF7-46E0-8052-70498DF5042C}" destId="{9D4304EC-EC17-46D5-A627-30CB7E1CAC08}" srcOrd="2" destOrd="0" presId="urn:microsoft.com/office/officeart/2005/8/layout/vList5"/>
    <dgm:cxn modelId="{FC9728DB-225D-46D9-B4DB-C03C228BB342}" type="presParOf" srcId="{9D4304EC-EC17-46D5-A627-30CB7E1CAC08}" destId="{5D889E8F-92F1-4E4E-A8D9-EFCCB10F639A}" srcOrd="0" destOrd="0" presId="urn:microsoft.com/office/officeart/2005/8/layout/vList5"/>
    <dgm:cxn modelId="{05955D24-7F68-458F-8B77-F5502C15EDA6}" type="presParOf" srcId="{9D4304EC-EC17-46D5-A627-30CB7E1CAC08}" destId="{1BC41838-2F8C-45EC-A7E8-1F184B2DFE4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3A3EF-7332-4053-96C6-8992BF39C36E}">
      <dsp:nvSpPr>
        <dsp:cNvPr id="0" name=""/>
        <dsp:cNvSpPr/>
      </dsp:nvSpPr>
      <dsp:spPr>
        <a:xfrm>
          <a:off x="7657988" y="1475065"/>
          <a:ext cx="2245237" cy="5342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4085"/>
              </a:lnTo>
              <a:lnTo>
                <a:pt x="2245237" y="364085"/>
              </a:lnTo>
              <a:lnTo>
                <a:pt x="2245237" y="53426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99C5B5-F346-48D8-A557-978BAA0008FB}">
      <dsp:nvSpPr>
        <dsp:cNvPr id="0" name=""/>
        <dsp:cNvSpPr/>
      </dsp:nvSpPr>
      <dsp:spPr>
        <a:xfrm>
          <a:off x="7612268" y="1475065"/>
          <a:ext cx="91440" cy="5342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426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0AFF7F-48F6-41A4-BDC4-C70D63AF478B}">
      <dsp:nvSpPr>
        <dsp:cNvPr id="0" name=""/>
        <dsp:cNvSpPr/>
      </dsp:nvSpPr>
      <dsp:spPr>
        <a:xfrm>
          <a:off x="5412751" y="1475065"/>
          <a:ext cx="2245237" cy="534264"/>
        </a:xfrm>
        <a:custGeom>
          <a:avLst/>
          <a:gdLst/>
          <a:ahLst/>
          <a:cxnLst/>
          <a:rect l="0" t="0" r="0" b="0"/>
          <a:pathLst>
            <a:path>
              <a:moveTo>
                <a:pt x="2245237" y="0"/>
              </a:moveTo>
              <a:lnTo>
                <a:pt x="2245237" y="364085"/>
              </a:lnTo>
              <a:lnTo>
                <a:pt x="0" y="364085"/>
              </a:lnTo>
              <a:lnTo>
                <a:pt x="0" y="534264"/>
              </a:lnTo>
            </a:path>
          </a:pathLst>
        </a:cu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A888AE-C5E9-4C9D-8583-BB9E873D174F}">
      <dsp:nvSpPr>
        <dsp:cNvPr id="0" name=""/>
        <dsp:cNvSpPr/>
      </dsp:nvSpPr>
      <dsp:spPr>
        <a:xfrm>
          <a:off x="3769" y="308562"/>
          <a:ext cx="1837012" cy="11665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298EC12-FE36-4C8A-B3E5-7A4FAAE5C685}">
      <dsp:nvSpPr>
        <dsp:cNvPr id="0" name=""/>
        <dsp:cNvSpPr/>
      </dsp:nvSpPr>
      <dsp:spPr>
        <a:xfrm>
          <a:off x="207882" y="502469"/>
          <a:ext cx="1837012" cy="11665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Target: Elderly, living alone, no family support</a:t>
          </a:r>
        </a:p>
      </dsp:txBody>
      <dsp:txXfrm>
        <a:off x="242048" y="536635"/>
        <a:ext cx="1768680" cy="1098170"/>
      </dsp:txXfrm>
    </dsp:sp>
    <dsp:sp modelId="{3DAE32B5-1514-41AE-8999-8A459D141F3F}">
      <dsp:nvSpPr>
        <dsp:cNvPr id="0" name=""/>
        <dsp:cNvSpPr/>
      </dsp:nvSpPr>
      <dsp:spPr>
        <a:xfrm>
          <a:off x="2249007" y="308562"/>
          <a:ext cx="1837012" cy="11665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EE47624-B0DD-4374-9DFB-C76C60C65684}">
      <dsp:nvSpPr>
        <dsp:cNvPr id="0" name=""/>
        <dsp:cNvSpPr/>
      </dsp:nvSpPr>
      <dsp:spPr>
        <a:xfrm>
          <a:off x="2453119" y="502469"/>
          <a:ext cx="1837012" cy="11665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Devices: Smartwatch (GPS, vitals, fall detection)</a:t>
          </a:r>
        </a:p>
      </dsp:txBody>
      <dsp:txXfrm>
        <a:off x="2487285" y="536635"/>
        <a:ext cx="1768680" cy="1098170"/>
      </dsp:txXfrm>
    </dsp:sp>
    <dsp:sp modelId="{4A5200DE-04AC-415C-BEE5-82241FFF4714}">
      <dsp:nvSpPr>
        <dsp:cNvPr id="0" name=""/>
        <dsp:cNvSpPr/>
      </dsp:nvSpPr>
      <dsp:spPr>
        <a:xfrm>
          <a:off x="4494244" y="308562"/>
          <a:ext cx="1837012" cy="11665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83AC6B-6394-4739-8C60-414204B63B5E}">
      <dsp:nvSpPr>
        <dsp:cNvPr id="0" name=""/>
        <dsp:cNvSpPr/>
      </dsp:nvSpPr>
      <dsp:spPr>
        <a:xfrm>
          <a:off x="4698357" y="502469"/>
          <a:ext cx="1837012" cy="11665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Check-in: Every 3 days (voice)</a:t>
          </a:r>
        </a:p>
      </dsp:txBody>
      <dsp:txXfrm>
        <a:off x="4732523" y="536635"/>
        <a:ext cx="1768680" cy="1098170"/>
      </dsp:txXfrm>
    </dsp:sp>
    <dsp:sp modelId="{064CE3BD-8A43-42ED-ACBD-DC378FCF57D7}">
      <dsp:nvSpPr>
        <dsp:cNvPr id="0" name=""/>
        <dsp:cNvSpPr/>
      </dsp:nvSpPr>
      <dsp:spPr>
        <a:xfrm>
          <a:off x="6739482" y="308562"/>
          <a:ext cx="1837012" cy="11665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E70785-7E35-4796-AA1E-07D725AD4E57}">
      <dsp:nvSpPr>
        <dsp:cNvPr id="0" name=""/>
        <dsp:cNvSpPr/>
      </dsp:nvSpPr>
      <dsp:spPr>
        <a:xfrm>
          <a:off x="6943595" y="502469"/>
          <a:ext cx="1837012" cy="11665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Goal — Act as the primary safety net. Use telemetry + conversation + memory to:</a:t>
          </a:r>
        </a:p>
      </dsp:txBody>
      <dsp:txXfrm>
        <a:off x="6977761" y="536635"/>
        <a:ext cx="1768680" cy="1098170"/>
      </dsp:txXfrm>
    </dsp:sp>
    <dsp:sp modelId="{7890A52A-5EA3-4575-9F0E-6BAD5941B169}">
      <dsp:nvSpPr>
        <dsp:cNvPr id="0" name=""/>
        <dsp:cNvSpPr/>
      </dsp:nvSpPr>
      <dsp:spPr>
        <a:xfrm>
          <a:off x="4494244" y="2009330"/>
          <a:ext cx="1837012" cy="11665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7184E4-3B9F-4A50-8B4E-C6DBB9F2B8FC}">
      <dsp:nvSpPr>
        <dsp:cNvPr id="0" name=""/>
        <dsp:cNvSpPr/>
      </dsp:nvSpPr>
      <dsp:spPr>
        <a:xfrm>
          <a:off x="4698357" y="2203237"/>
          <a:ext cx="1837012" cy="11665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Detect risk (falls, very high BP, isolation, sedentary, low mood)</a:t>
          </a:r>
        </a:p>
      </dsp:txBody>
      <dsp:txXfrm>
        <a:off x="4732523" y="2237403"/>
        <a:ext cx="1768680" cy="1098170"/>
      </dsp:txXfrm>
    </dsp:sp>
    <dsp:sp modelId="{A701C8C8-DF0A-418A-BAE6-982A4BC8A077}">
      <dsp:nvSpPr>
        <dsp:cNvPr id="0" name=""/>
        <dsp:cNvSpPr/>
      </dsp:nvSpPr>
      <dsp:spPr>
        <a:xfrm>
          <a:off x="6739482" y="2009330"/>
          <a:ext cx="1837012" cy="11665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3329B1-7C0E-4332-9197-B35BD33AAD6A}">
      <dsp:nvSpPr>
        <dsp:cNvPr id="0" name=""/>
        <dsp:cNvSpPr/>
      </dsp:nvSpPr>
      <dsp:spPr>
        <a:xfrm>
          <a:off x="6943595" y="2203237"/>
          <a:ext cx="1837012" cy="11665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Trigger emergency workflows when needed</a:t>
          </a:r>
        </a:p>
      </dsp:txBody>
      <dsp:txXfrm>
        <a:off x="6977761" y="2237403"/>
        <a:ext cx="1768680" cy="1098170"/>
      </dsp:txXfrm>
    </dsp:sp>
    <dsp:sp modelId="{CD9C58B9-E683-44C9-BA1F-73E6C34EC5FB}">
      <dsp:nvSpPr>
        <dsp:cNvPr id="0" name=""/>
        <dsp:cNvSpPr/>
      </dsp:nvSpPr>
      <dsp:spPr>
        <a:xfrm>
          <a:off x="8984720" y="2009330"/>
          <a:ext cx="1837012" cy="11665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E3A71E-3466-411B-92F2-20E3D673C30C}">
      <dsp:nvSpPr>
        <dsp:cNvPr id="0" name=""/>
        <dsp:cNvSpPr/>
      </dsp:nvSpPr>
      <dsp:spPr>
        <a:xfrm>
          <a:off x="9188832" y="2203237"/>
          <a:ext cx="1837012" cy="11665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Guide daily adherence: mobility, mental health, nutrition</a:t>
          </a:r>
        </a:p>
      </dsp:txBody>
      <dsp:txXfrm>
        <a:off x="9222998" y="2237403"/>
        <a:ext cx="1768680" cy="1098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2E1F7-8AF6-4D96-8D1C-6343EED2DB81}">
      <dsp:nvSpPr>
        <dsp:cNvPr id="0" name=""/>
        <dsp:cNvSpPr/>
      </dsp:nvSpPr>
      <dsp:spPr>
        <a:xfrm rot="5400000">
          <a:off x="6782438" y="-2632306"/>
          <a:ext cx="1435400" cy="70589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Scenario + orchestration: persona, pre-call (Memory + Device API), emergency protocol, adherence flow, JSON report schema</a:t>
          </a:r>
        </a:p>
      </dsp:txBody>
      <dsp:txXfrm rot="-5400000">
        <a:off x="3970662" y="249540"/>
        <a:ext cx="6988883" cy="1295260"/>
      </dsp:txXfrm>
    </dsp:sp>
    <dsp:sp modelId="{C36D6C93-C35B-4BD6-9504-D4E632A3BC81}">
      <dsp:nvSpPr>
        <dsp:cNvPr id="0" name=""/>
        <dsp:cNvSpPr/>
      </dsp:nvSpPr>
      <dsp:spPr>
        <a:xfrm>
          <a:off x="0" y="44"/>
          <a:ext cx="3970661" cy="1794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solo_elderly_skill.md </a:t>
          </a:r>
        </a:p>
      </dsp:txBody>
      <dsp:txXfrm>
        <a:off x="87588" y="87632"/>
        <a:ext cx="3795485" cy="1619074"/>
      </dsp:txXfrm>
    </dsp:sp>
    <dsp:sp modelId="{1BC41838-2F8C-45EC-A7E8-1F184B2DFE4F}">
      <dsp:nvSpPr>
        <dsp:cNvPr id="0" name=""/>
        <dsp:cNvSpPr/>
      </dsp:nvSpPr>
      <dsp:spPr>
        <a:xfrm rot="5400000">
          <a:off x="6782438" y="-748343"/>
          <a:ext cx="1435400" cy="70589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Risk rules + interventions: check-in objectives, NLP+telemetry → risk tags, MCP triggers (weather, parks, events), nutrition from memory, reporting fields</a:t>
          </a:r>
        </a:p>
      </dsp:txBody>
      <dsp:txXfrm rot="-5400000">
        <a:off x="3970662" y="2133503"/>
        <a:ext cx="6988883" cy="1295260"/>
      </dsp:txXfrm>
    </dsp:sp>
    <dsp:sp modelId="{5D889E8F-92F1-4E4E-A8D9-EFCCB10F639A}">
      <dsp:nvSpPr>
        <dsp:cNvPr id="0" name=""/>
        <dsp:cNvSpPr/>
      </dsp:nvSpPr>
      <dsp:spPr>
        <a:xfrm>
          <a:off x="0" y="1884007"/>
          <a:ext cx="3970661" cy="1794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references/ref_adherence.md </a:t>
          </a:r>
        </a:p>
      </dsp:txBody>
      <dsp:txXfrm>
        <a:off x="87588" y="1971595"/>
        <a:ext cx="3795485" cy="16190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3/14/2026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Agent Skill Pipeline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For Solo Elderly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5464-7989-7D7F-1AC6-1500C9A9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dirty="0"/>
              <a:t>Scenario &amp; Goal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ABA50D-C7D1-6696-3B1A-901AC4050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6200703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728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dirty="0"/>
              <a:t>END-TO-END PIPELINE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9F3BCC-35F0-F4BA-385E-48DC59911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9994" y="1835340"/>
            <a:ext cx="9945859" cy="50226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F2EB-86BC-DB5E-7392-DAAA85548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dirty="0"/>
              <a:t>Artifacts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289F95-24A4-1C22-5356-151118ED4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756927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209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63BD-BC78-EE58-C108-6432E9ED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INTERVENTIONS &amp;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A9C8-14D9-5176-BF2A-B8EB435F9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Emergency (from skill): </a:t>
            </a:r>
          </a:p>
          <a:p>
            <a:pPr marL="324000" lvl="1" indent="0">
              <a:buNone/>
            </a:pPr>
            <a:r>
              <a:rPr lang="en-US" dirty="0"/>
              <a:t>Systolic BP &gt; 180, hard fall, geofence breach → get GPS → one yes/no prompt → 	</a:t>
            </a:r>
            <a:r>
              <a:rPr lang="en-US" dirty="0" err="1"/>
              <a:t>dispatch_emergency_services</a:t>
            </a:r>
            <a:r>
              <a:rPr lang="en-US" dirty="0"/>
              <a:t>(</a:t>
            </a:r>
            <a:r>
              <a:rPr lang="en-US" dirty="0" err="1"/>
              <a:t>lat</a:t>
            </a:r>
            <a:r>
              <a:rPr lang="en-US" dirty="0"/>
              <a:t>, </a:t>
            </a:r>
            <a:r>
              <a:rPr lang="en-US" dirty="0" err="1"/>
              <a:t>lon</a:t>
            </a:r>
            <a:r>
              <a:rPr lang="en-US" dirty="0"/>
              <a:t>), </a:t>
            </a:r>
            <a:r>
              <a:rPr lang="en-US" dirty="0" err="1"/>
              <a:t>find_nearby_ER</a:t>
            </a:r>
            <a:r>
              <a:rPr lang="en-US" dirty="0"/>
              <a:t>(</a:t>
            </a:r>
            <a:r>
              <a:rPr lang="en-US" dirty="0" err="1"/>
              <a:t>lat</a:t>
            </a:r>
            <a:r>
              <a:rPr lang="en-US" dirty="0"/>
              <a:t>, </a:t>
            </a:r>
            <a:r>
              <a:rPr lang="en-US" dirty="0" err="1"/>
              <a:t>lon</a:t>
            </a:r>
            <a:r>
              <a:rPr lang="en-US" dirty="0"/>
              <a:t>), alert PCP + case worker.</a:t>
            </a:r>
          </a:p>
          <a:p>
            <a:endParaRPr lang="en-US" dirty="0"/>
          </a:p>
          <a:p>
            <a:r>
              <a:rPr lang="en-US" dirty="0"/>
              <a:t>Mobility &amp; isolation (from </a:t>
            </a:r>
            <a:r>
              <a:rPr lang="en-US" dirty="0" err="1"/>
              <a:t>ref_adherence</a:t>
            </a:r>
            <a:r>
              <a:rPr lang="en-US" dirty="0"/>
              <a:t>): </a:t>
            </a:r>
          </a:p>
          <a:p>
            <a:pPr marL="324000" lvl="1" indent="0">
              <a:buNone/>
            </a:pPr>
            <a:r>
              <a:rPr lang="en-US" dirty="0"/>
              <a:t>If </a:t>
            </a:r>
            <a:r>
              <a:rPr lang="en-US" dirty="0" err="1"/>
              <a:t>Risk_Sedentary_Severe</a:t>
            </a:r>
            <a:r>
              <a:rPr lang="en-US" dirty="0"/>
              <a:t> or </a:t>
            </a:r>
            <a:r>
              <a:rPr lang="en-US" dirty="0" err="1"/>
              <a:t>Risk_Depression_Isolation</a:t>
            </a:r>
            <a:r>
              <a:rPr lang="en-US" dirty="0"/>
              <a:t> → </a:t>
            </a:r>
            <a:r>
              <a:rPr lang="en-US" dirty="0" err="1"/>
              <a:t>get_weather</a:t>
            </a:r>
            <a:r>
              <a:rPr lang="en-US" dirty="0"/>
              <a:t>(</a:t>
            </a:r>
            <a:r>
              <a:rPr lang="en-US" dirty="0" err="1"/>
              <a:t>lat</a:t>
            </a:r>
            <a:r>
              <a:rPr lang="en-US" dirty="0"/>
              <a:t>, </a:t>
            </a:r>
            <a:r>
              <a:rPr lang="en-US" dirty="0" err="1"/>
              <a:t>lon</a:t>
            </a:r>
            <a:r>
              <a:rPr lang="en-US" dirty="0"/>
              <a:t>). </a:t>
            </a:r>
          </a:p>
          <a:p>
            <a:pPr marL="324000" lvl="1" indent="0">
              <a:buNone/>
            </a:pPr>
            <a:r>
              <a:rPr lang="en-US" dirty="0"/>
              <a:t>If safe: </a:t>
            </a:r>
            <a:r>
              <a:rPr lang="en-US" dirty="0" err="1"/>
              <a:t>find_accessible_parks</a:t>
            </a:r>
            <a:r>
              <a:rPr lang="en-US" dirty="0"/>
              <a:t> / </a:t>
            </a:r>
            <a:r>
              <a:rPr lang="en-US" dirty="0" err="1"/>
              <a:t>find_community_senior_events</a:t>
            </a:r>
            <a:r>
              <a:rPr lang="en-US" dirty="0"/>
              <a:t>. If not: indoor option (e.g. chair yoga).</a:t>
            </a:r>
          </a:p>
          <a:p>
            <a:endParaRPr lang="en-US" dirty="0"/>
          </a:p>
          <a:p>
            <a:r>
              <a:rPr lang="en-US" dirty="0"/>
              <a:t>Nutrition (memory-driven): </a:t>
            </a:r>
          </a:p>
          <a:p>
            <a:pPr marL="324000" lvl="1" indent="0">
              <a:buNone/>
            </a:pPr>
            <a:r>
              <a:rPr lang="en-US" dirty="0"/>
              <a:t>Use memory (diagnoses, diet notes, restrictions) → condition-based suggestions (e.g. low sodium for hypertension, small nutrient-dense meals for poor appetite). Never override clinician instructions in memory.</a:t>
            </a:r>
          </a:p>
        </p:txBody>
      </p:sp>
    </p:spTree>
    <p:extLst>
      <p:ext uri="{BB962C8B-B14F-4D97-AF65-F5344CB8AC3E}">
        <p14:creationId xmlns:p14="http://schemas.microsoft.com/office/powerpoint/2010/main" val="172237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67250-D82F-8A90-9E20-8646EACC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REPORTING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C11ED-2729-F35E-01A6-19BD77CDD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3" y="3197278"/>
            <a:ext cx="5422390" cy="169449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ABB89-1AA2-1C46-73E9-6F969DF00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r>
              <a:rPr lang="en-US" dirty="0"/>
              <a:t>Every check-in produces a structured JSON, e.g.:</a:t>
            </a:r>
          </a:p>
          <a:p>
            <a:pPr lvl="1"/>
            <a:r>
              <a:rPr lang="en-US" sz="1800" err="1"/>
              <a:t>patient_status</a:t>
            </a:r>
            <a:r>
              <a:rPr lang="en-US" sz="1800"/>
              <a:t>: stable | </a:t>
            </a:r>
            <a:r>
              <a:rPr lang="en-US" sz="1800" err="1"/>
              <a:t>at_risk</a:t>
            </a:r>
            <a:r>
              <a:rPr lang="en-US" sz="1800"/>
              <a:t> | critical</a:t>
            </a:r>
          </a:p>
          <a:p>
            <a:pPr lvl="1"/>
            <a:r>
              <a:rPr lang="en-US" sz="1800" err="1"/>
              <a:t>current_location</a:t>
            </a:r>
            <a:r>
              <a:rPr lang="en-US" sz="1800"/>
              <a:t> (</a:t>
            </a:r>
            <a:r>
              <a:rPr lang="en-US" sz="1800" err="1"/>
              <a:t>lat</a:t>
            </a:r>
            <a:r>
              <a:rPr lang="en-US" sz="1800"/>
              <a:t>/</a:t>
            </a:r>
            <a:r>
              <a:rPr lang="en-US" sz="1800" err="1"/>
              <a:t>lon</a:t>
            </a:r>
            <a:r>
              <a:rPr lang="en-US" sz="1800"/>
              <a:t> + context)</a:t>
            </a:r>
          </a:p>
          <a:p>
            <a:pPr lvl="1"/>
            <a:r>
              <a:rPr lang="en-US" sz="1800" err="1"/>
              <a:t>mobility_metrics</a:t>
            </a:r>
            <a:r>
              <a:rPr lang="en-US" sz="1800"/>
              <a:t>: </a:t>
            </a:r>
            <a:r>
              <a:rPr lang="en-US" sz="1800" err="1"/>
              <a:t>days_since_left_home</a:t>
            </a:r>
            <a:r>
              <a:rPr lang="en-US" sz="1800"/>
              <a:t>, </a:t>
            </a:r>
            <a:r>
              <a:rPr lang="en-US" sz="1800" err="1"/>
              <a:t>average_daily_steps</a:t>
            </a:r>
            <a:endParaRPr lang="en-US" sz="1800"/>
          </a:p>
          <a:p>
            <a:pPr lvl="1"/>
            <a:r>
              <a:rPr lang="en-US" sz="1800" err="1"/>
              <a:t>nlp_inferred_risks</a:t>
            </a:r>
            <a:r>
              <a:rPr lang="en-US" sz="1800"/>
              <a:t>, </a:t>
            </a:r>
            <a:r>
              <a:rPr lang="en-US" sz="1800" err="1"/>
              <a:t>new_risk_tags_generated</a:t>
            </a:r>
            <a:endParaRPr lang="en-US" sz="1800"/>
          </a:p>
          <a:p>
            <a:pPr lvl="1"/>
            <a:r>
              <a:rPr lang="en-US" sz="1800" err="1"/>
              <a:t>actionable_tasks_assigned</a:t>
            </a:r>
            <a:endParaRPr lang="en-US" sz="1800"/>
          </a:p>
          <a:p>
            <a:pPr lvl="1"/>
            <a:r>
              <a:rPr lang="en-US" sz="1800" err="1"/>
              <a:t>social_worker_alert</a:t>
            </a:r>
            <a:r>
              <a:rPr lang="en-US" sz="1800"/>
              <a:t> + reason</a:t>
            </a:r>
          </a:p>
        </p:txBody>
      </p:sp>
    </p:spTree>
    <p:extLst>
      <p:ext uri="{BB962C8B-B14F-4D97-AF65-F5344CB8AC3E}">
        <p14:creationId xmlns:p14="http://schemas.microsoft.com/office/powerpoint/2010/main" val="9040991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55</TotalTime>
  <Words>390</Words>
  <Application>Microsoft Office PowerPoint</Application>
  <PresentationFormat>Widescreen</PresentationFormat>
  <Paragraphs>36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Gill Sans MT</vt:lpstr>
      <vt:lpstr>Wingdings 2</vt:lpstr>
      <vt:lpstr>Custom</vt:lpstr>
      <vt:lpstr>Agent Skill Pipeline Overview</vt:lpstr>
      <vt:lpstr>Scenario &amp; Goal </vt:lpstr>
      <vt:lpstr>END-TO-END PIPELINE</vt:lpstr>
      <vt:lpstr>Artifacts</vt:lpstr>
      <vt:lpstr>INTERVENTIONS &amp; TOOLS</vt:lpstr>
      <vt:lpstr>REPORTING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Hengyu Liu</dc:creator>
  <cp:lastModifiedBy>Hengyu Liu</cp:lastModifiedBy>
  <cp:revision>1</cp:revision>
  <dcterms:created xsi:type="dcterms:W3CDTF">2026-03-14T19:47:32Z</dcterms:created>
  <dcterms:modified xsi:type="dcterms:W3CDTF">2026-03-14T20:43:18Z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